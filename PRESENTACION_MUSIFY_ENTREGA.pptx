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docs/DIAGRAMA_ER.md si preguntan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Musify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B46BFF"/>
                </a:solidFill>
              </a:rPr>
              <a:t>Plataforma de creación musical asistida por IA</a:t>
            </a:r>
          </a:p>
          <a:p>
            <a:r>
              <a:rPr sz="2200">
                <a:solidFill>
                  <a:srgbClr val="B46BFF"/>
                </a:solidFill>
              </a:rPr>
              <a:t>TFG DAW — Ángel, DIGITECH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Índice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¿Qué es Musify?</a:t>
            </a:r>
          </a:p>
          <a:p>
            <a:pPr>
              <a:defRPr sz="2000"/>
            </a:pPr>
            <a:r>
              <a:t>Objetivos</a:t>
            </a:r>
          </a:p>
          <a:p>
            <a:pPr>
              <a:defRPr sz="2000"/>
            </a:pPr>
            <a:r>
              <a:t>Tecnologías</a:t>
            </a:r>
          </a:p>
          <a:p>
            <a:pPr>
              <a:defRPr sz="2000"/>
            </a:pPr>
            <a:r>
              <a:t>Arquitectura</a:t>
            </a:r>
          </a:p>
          <a:p>
            <a:pPr>
              <a:defRPr sz="2000"/>
            </a:pPr>
            <a:r>
              <a:t>Roles y permisos</a:t>
            </a:r>
          </a:p>
          <a:p>
            <a:pPr>
              <a:defRPr sz="2000"/>
            </a:pPr>
            <a:r>
              <a:t>Funcionalidades</a:t>
            </a:r>
          </a:p>
          <a:p>
            <a:pPr>
              <a:defRPr sz="2000"/>
            </a:pPr>
            <a:r>
              <a:t>Seguridad y RGPD</a:t>
            </a:r>
          </a:p>
          <a:p>
            <a:pPr>
              <a:defRPr sz="2000"/>
            </a:pPr>
            <a:r>
              <a:t>Base de datos</a:t>
            </a:r>
          </a:p>
          <a:p>
            <a:pPr>
              <a:defRPr sz="2000"/>
            </a:pPr>
            <a:r>
              <a:t>Pruebas realizadas</a:t>
            </a:r>
          </a:p>
          <a:p>
            <a:pPr>
              <a:defRPr sz="2000"/>
            </a:pPr>
            <a:r>
              <a:t>Demo en vivo</a:t>
            </a:r>
          </a:p>
          <a:p>
            <a:pPr>
              <a:defRPr sz="2000"/>
            </a:pPr>
            <a:r>
              <a:t>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¿Qué es Musify?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El usuario describe una idea, elige género y ánimo</a:t>
            </a:r>
          </a:p>
          <a:p>
            <a:pPr>
              <a:defRPr sz="2000"/>
            </a:pPr>
            <a:r>
              <a:t>La aplicación genera la letra de una canción (plantilla local)</a:t>
            </a:r>
          </a:p>
          <a:p>
            <a:pPr>
              <a:defRPr sz="2000"/>
            </a:pPr>
            <a:r>
              <a:t>La letra se reproduce con voz mediante la Web Speech API del navegador</a:t>
            </a:r>
          </a:p>
          <a:p>
            <a:pPr>
              <a:defRPr sz="2000"/>
            </a:pPr>
            <a:r>
              <a:t>El usuario guarda canciones, crea playlists, marca favoritos</a:t>
            </a:r>
          </a:p>
          <a:p>
            <a:pPr>
              <a:defRPr sz="2000"/>
            </a:pPr>
            <a:r>
              <a:t>Búsqueda de artistas reales con la API de MusicBrainz</a:t>
            </a:r>
          </a:p>
          <a:p>
            <a:pPr>
              <a:defRPr sz="2000"/>
            </a:pPr>
            <a:r>
              <a:t>Sin depender de servicios de IA de pago (Suno, Udio,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Objetivos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Objetivo general:</a:t>
            </a:r>
          </a:p>
          <a:p>
            <a:pPr lvl="1">
              <a:defRPr sz="1700"/>
            </a:pPr>
            <a:r>
              <a:t>Plataforma funcional con flujo de creación musical, autenticación segura, API REST documentada y despliegue con Docker</a:t>
            </a:r>
          </a:p>
          <a:p>
            <a:pPr>
              <a:defRPr sz="2000"/>
            </a:pPr>
            <a:r>
              <a:t>Objetivos específicos:</a:t>
            </a:r>
          </a:p>
          <a:p>
            <a:pPr lvl="1">
              <a:defRPr sz="1700"/>
            </a:pPr>
            <a:r>
              <a:t>Crear canciones (letra) sin conocimientos musicales previos</a:t>
            </a:r>
          </a:p>
          <a:p>
            <a:pPr lvl="1">
              <a:defRPr sz="1700"/>
            </a:pPr>
            <a:r>
              <a:t>Autenticación segura con JWT y bcrypt</a:t>
            </a:r>
          </a:p>
          <a:p>
            <a:pPr lvl="1">
              <a:defRPr sz="1700"/>
            </a:pPr>
            <a:r>
              <a:t>Base de datos relacional con 6 tablas y relaciones N:M</a:t>
            </a:r>
          </a:p>
          <a:p>
            <a:pPr lvl="1">
              <a:defRPr sz="1700"/>
            </a:pPr>
            <a:r>
              <a:t>Consumir la API pública de MusicBrainz</a:t>
            </a:r>
          </a:p>
          <a:p>
            <a:pPr lvl="1">
              <a:defRPr sz="1700"/>
            </a:pPr>
            <a:r>
              <a:t>Buenas prácticas de seguridad: prepared statements, sanitización XSS, CORS</a:t>
            </a:r>
          </a:p>
          <a:p>
            <a:pPr lvl="1">
              <a:defRPr sz="1700"/>
            </a:pPr>
            <a:r>
              <a:t>Despliegue reproducible con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Tecnologías empleadas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Backend: PHP 8.2, API REST sin frameworks</a:t>
            </a:r>
          </a:p>
          <a:p>
            <a:pPr>
              <a:defRPr sz="2000"/>
            </a:pPr>
            <a:r>
              <a:t>Base de datos: SQLite (6 tablas relacionadas)</a:t>
            </a:r>
          </a:p>
          <a:p>
            <a:pPr>
              <a:defRPr sz="2000"/>
            </a:pPr>
            <a:r>
              <a:t>Frontend: HTML5, CSS3, JavaScript vanilla (ES2020)</a:t>
            </a:r>
          </a:p>
          <a:p>
            <a:pPr>
              <a:defRPr sz="2000"/>
            </a:pPr>
            <a:r>
              <a:t>Autenticación: JWT (HMAC-SHA256) + bcrypt</a:t>
            </a:r>
          </a:p>
          <a:p>
            <a:pPr>
              <a:defRPr sz="2000"/>
            </a:pPr>
            <a:r>
              <a:t>API externa: MusicBrainz (búsqueda de artistas)</a:t>
            </a:r>
          </a:p>
          <a:p>
            <a:pPr>
              <a:defRPr sz="2000"/>
            </a:pPr>
            <a:r>
              <a:t>Voz: Web Speech API del navegador</a:t>
            </a:r>
          </a:p>
          <a:p>
            <a:pPr>
              <a:defRPr sz="2000"/>
            </a:pPr>
            <a:r>
              <a:t>Despliegue: Docker + Apache</a:t>
            </a:r>
          </a:p>
          <a:p>
            <a:pPr>
              <a:defRPr sz="2000"/>
            </a:pPr>
            <a:r>
              <a:t>Control de versiones: Git /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Arquitectura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Cliente-servidor: frontend hace fetch a la API REST</a:t>
            </a:r>
          </a:p>
          <a:p>
            <a:pPr>
              <a:defRPr sz="2000"/>
            </a:pPr>
            <a:r>
              <a:t>Apache + .htaccess (mod_rewrite) enruta URLs limpias a archivos PHP</a:t>
            </a:r>
          </a:p>
          <a:p>
            <a:pPr>
              <a:defRPr sz="2000"/>
            </a:pPr>
            <a:r>
              <a:t>Cada endpoint es un archivo PHP independiente, sin router central</a:t>
            </a:r>
          </a:p>
          <a:p>
            <a:pPr>
              <a:defRPr sz="2000"/>
            </a:pPr>
            <a:r>
              <a:t>Flujo principal:</a:t>
            </a:r>
          </a:p>
          <a:p>
            <a:pPr lvl="1">
              <a:defRPr sz="1700"/>
            </a:pPr>
            <a:r>
              <a:t>Login -&gt; Estudio -&gt; generar letra (plantilla local) -&gt; guardar en SQLite</a:t>
            </a:r>
          </a:p>
          <a:p>
            <a:pPr lvl="1">
              <a:defRPr sz="1700"/>
            </a:pPr>
            <a:r>
              <a:t>-&gt; reproducir con voz -&gt; playlists / favoritos -&gt; Discover (MusicBrainz)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Roles y permisos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admin: gestión total, panel de administración</a:t>
            </a:r>
          </a:p>
          <a:p>
            <a:pPr>
              <a:defRPr sz="2000"/>
            </a:pPr>
            <a:r>
              <a:t>editor: crea y edita canciones (propias y ajenas)</a:t>
            </a:r>
          </a:p>
          <a:p>
            <a:pPr>
              <a:defRPr sz="2000"/>
            </a:pPr>
            <a:r>
              <a:t>user: rol por defecto al registrarse — canciones, playlists, favoritos propios</a:t>
            </a:r>
          </a:p>
          <a:p>
            <a:pPr>
              <a:defRPr sz="2000"/>
            </a:pPr>
            <a:r>
              <a:t>guest: solo lectura</a:t>
            </a:r>
          </a:p>
          <a:p>
            <a:pPr>
              <a:defRPr sz="2000"/>
            </a:pPr>
            <a:r>
              <a:t>Verificación server-side: el dueño de la canción o un admin pueden editar/eliminar</a:t>
            </a:r>
          </a:p>
          <a:p>
            <a:pPr>
              <a:defRPr sz="2000"/>
            </a:pPr>
            <a:r>
              <a:t>Usuarios de prueba (password: Password123): admin, editor, demo, guest @musify.local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Funcionalidades implementadas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Registro / login con JWT y bcrypt</a:t>
            </a:r>
          </a:p>
          <a:p>
            <a:pPr>
              <a:defRPr sz="2000"/>
            </a:pPr>
            <a:r>
              <a:t>Crear canción: genera letra con plantilla local y guarda</a:t>
            </a:r>
          </a:p>
          <a:p>
            <a:pPr>
              <a:defRPr sz="2000"/>
            </a:pPr>
            <a:r>
              <a:t>Reproducir letra con voz (Web Speech API)</a:t>
            </a:r>
          </a:p>
          <a:p>
            <a:pPr>
              <a:defRPr sz="2000"/>
            </a:pPr>
            <a:r>
              <a:t>Mi colección: búsqueda y paginación</a:t>
            </a:r>
          </a:p>
          <a:p>
            <a:pPr>
              <a:defRPr sz="2000"/>
            </a:pPr>
            <a:r>
              <a:t>Discover: canciones públicas + búsqueda en MusicBrainz</a:t>
            </a:r>
          </a:p>
          <a:p>
            <a:pPr>
              <a:defRPr sz="2000"/>
            </a:pPr>
            <a:r>
              <a:t>Playlists y favoritos</a:t>
            </a:r>
          </a:p>
          <a:p>
            <a:pPr>
              <a:defRPr sz="2000"/>
            </a:pPr>
            <a:r>
              <a:t>Perfil de usuario</a:t>
            </a:r>
          </a:p>
          <a:p>
            <a:pPr>
              <a:defRPr sz="2000"/>
            </a:pPr>
            <a:r>
              <a:t>Panel de administración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Seguridad y RGPD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Contraseñas con password_hash() bcrypt</a:t>
            </a:r>
          </a:p>
          <a:p>
            <a:pPr>
              <a:defRPr sz="2000"/>
            </a:pPr>
            <a:r>
              <a:t>JWT firmado HMAC-SHA256, sin aceptar algoritmo 'none'</a:t>
            </a:r>
          </a:p>
          <a:p>
            <a:pPr>
              <a:defRPr sz="2000"/>
            </a:pPr>
            <a:r>
              <a:t>Prepared statements (PDO) en todos los endpoints</a:t>
            </a:r>
          </a:p>
          <a:p>
            <a:pPr>
              <a:defRPr sz="2000"/>
            </a:pPr>
            <a:r>
              <a:t>htmlspecialchars() antes de guardar en BD (anti-XSS)</a:t>
            </a:r>
          </a:p>
          <a:p>
            <a:pPr>
              <a:defRPr sz="2000"/>
            </a:pPr>
            <a:r>
              <a:t>JWT_SECRET en .env, fuera del repositorio</a:t>
            </a:r>
          </a:p>
          <a:p>
            <a:pPr>
              <a:defRPr sz="2000"/>
            </a:pPr>
            <a:r>
              <a:t>CORS restringido a orígenes permitidos</a:t>
            </a:r>
          </a:p>
          <a:p>
            <a:pPr>
              <a:defRPr sz="2000"/>
            </a:pPr>
            <a:r>
              <a:t>RGPD: checkbox de aceptación de condiciones en el registro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Base de datos — 6 tablas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users — usuarios y roles</a:t>
            </a:r>
          </a:p>
          <a:p>
            <a:pPr>
              <a:defRPr sz="2000"/>
            </a:pPr>
            <a:r>
              <a:t>songs — canciones (letra, género, ánimo, duración)</a:t>
            </a:r>
          </a:p>
          <a:p>
            <a:pPr>
              <a:defRPr sz="2000"/>
            </a:pPr>
            <a:r>
              <a:t>playlists — colecciones de canciones</a:t>
            </a:r>
          </a:p>
          <a:p>
            <a:pPr>
              <a:defRPr sz="2000"/>
            </a:pPr>
            <a:r>
              <a:t>playlist_songs — relación N:M playlists-canciones</a:t>
            </a:r>
          </a:p>
          <a:p>
            <a:pPr>
              <a:defRPr sz="2000"/>
            </a:pPr>
            <a:r>
              <a:t>favorites — canciones favoritas por usuario</a:t>
            </a:r>
          </a:p>
          <a:p>
            <a:pPr>
              <a:defRPr sz="2000"/>
            </a:pPr>
            <a:r>
              <a:t>ai_lyric_ideas — historial de letras generadas</a:t>
            </a:r>
          </a:p>
          <a:p>
            <a:pPr>
              <a:defRPr sz="2000"/>
            </a:pPr>
            <a:r>
              <a:t>Relaciones con ON DELETE CASCADE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Pruebas realizadas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15 pruebas manuales documentadas, todas con resultado correcto:</a:t>
            </a:r>
          </a:p>
          <a:p>
            <a:pPr lvl="1">
              <a:defRPr sz="1700"/>
            </a:pPr>
            <a:r>
              <a:t>Registro y login (casos válidos e inválidos)</a:t>
            </a:r>
          </a:p>
          <a:p>
            <a:pPr lvl="1">
              <a:defRPr sz="1700"/>
            </a:pPr>
            <a:r>
              <a:t>Generación de letra</a:t>
            </a:r>
          </a:p>
          <a:p>
            <a:pPr lvl="1">
              <a:defRPr sz="1700"/>
            </a:pPr>
            <a:r>
              <a:t>CRUD de canciones y permisos por rol</a:t>
            </a:r>
          </a:p>
          <a:p>
            <a:pPr lvl="1">
              <a:defRPr sz="1700"/>
            </a:pPr>
            <a:r>
              <a:t>Paginación y filtros por género</a:t>
            </a:r>
          </a:p>
          <a:p>
            <a:pPr lvl="1">
              <a:defRPr sz="1700"/>
            </a:pPr>
            <a:r>
              <a:t>Búsqueda en MusicBrainz</a:t>
            </a:r>
          </a:p>
          <a:p>
            <a:pPr lvl="1">
              <a:defRPr sz="1700"/>
            </a:pPr>
            <a:r>
              <a:t>Creación de playlists</a:t>
            </a:r>
          </a:p>
          <a:p>
            <a:pPr lvl="1">
              <a:defRPr sz="1700"/>
            </a:pPr>
            <a:r>
              <a:t>Validación de tokens (expirado / inválido)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Demo en vivo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Login (admin@musify.local / Password123)</a:t>
            </a:r>
          </a:p>
          <a:p>
            <a:pPr>
              <a:defRPr sz="2000"/>
            </a:pPr>
            <a:r>
              <a:t>2. Estudio: crear canción (idea, género, ánimo)</a:t>
            </a:r>
          </a:p>
          <a:p>
            <a:pPr>
              <a:defRPr sz="2000"/>
            </a:pPr>
            <a:r>
              <a:t>3. Detalle de canción: reproducir con voz</a:t>
            </a:r>
          </a:p>
          <a:p>
            <a:pPr>
              <a:defRPr sz="2000"/>
            </a:pPr>
            <a:r>
              <a:t>4. Mi colección</a:t>
            </a:r>
          </a:p>
          <a:p>
            <a:pPr>
              <a:defRPr sz="2000"/>
            </a:pPr>
            <a:r>
              <a:t>5. Crear playlist y añadir canción</a:t>
            </a:r>
          </a:p>
          <a:p>
            <a:pPr>
              <a:defRPr sz="2000"/>
            </a:pPr>
            <a:r>
              <a:t>6. Marcar como favorita</a:t>
            </a:r>
          </a:p>
          <a:p>
            <a:pPr>
              <a:defRPr sz="2000"/>
            </a:pPr>
            <a:r>
              <a:t>7. Discover: buscar artista en MusicBrainz</a:t>
            </a:r>
          </a:p>
          <a:p>
            <a:pPr>
              <a:defRPr sz="2000"/>
            </a:pPr>
            <a:r>
              <a:t>8. (Opcional) Panel de administración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Cumple los requisitos del ciclo: API REST, BD relacional N:M, JWT + roles, API externa, Docker</a:t>
            </a:r>
          </a:p>
          <a:p>
            <a:pPr>
              <a:defRPr sz="2000"/>
            </a:pPr>
            <a:r>
              <a:t>Elemento diferenciador: generación de letra asistida + reproducción por voz, sin servicios de pago</a:t>
            </a:r>
          </a:p>
          <a:p>
            <a:pPr>
              <a:defRPr sz="2000"/>
            </a:pPr>
            <a:r>
              <a:t>Limitaciones / trabajo futuro:</a:t>
            </a:r>
          </a:p>
          <a:p>
            <a:pPr lvl="1">
              <a:defRPr sz="1700"/>
            </a:pPr>
            <a:r>
              <a:t>Generación de audio real (Suno API / Google Lyria — requieren coste)</a:t>
            </a:r>
          </a:p>
          <a:p>
            <a:pPr lvl="1">
              <a:defRPr sz="1700"/>
            </a:pPr>
            <a:r>
              <a:t>Verificación de rol admin server-side en el panel</a:t>
            </a:r>
          </a:p>
          <a:p>
            <a:pPr lvl="1">
              <a:defRPr sz="1700"/>
            </a:pPr>
            <a:r>
              <a:t>Tests automatizados (PHPUnit / Playwright)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B46BFF"/>
                </a:solidFill>
              </a:rPr>
              <a:t>Quedo a disposición para cualquier pregunta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